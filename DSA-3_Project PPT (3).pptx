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IN" sz="4000" dirty="0"/>
            </a:br>
            <a:r>
              <a:rPr lang="en-IN" sz="4000" b="1" dirty="0"/>
              <a:t>Document Similarity Analyzer Using Suffix Structures and Similarity Metrics</a:t>
            </a:r>
            <a:br>
              <a:rPr lang="en-IN" sz="4000" b="1" dirty="0"/>
            </a:b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06266" y="3344477"/>
            <a:ext cx="4551284" cy="1396014"/>
          </a:xfrm>
        </p:spPr>
        <p:txBody>
          <a:bodyPr/>
          <a:lstStyle/>
          <a:p>
            <a:r>
              <a:rPr lang="en-US" sz="1800" kern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Harsha Charan – 2520030200</a:t>
            </a:r>
          </a:p>
          <a:p>
            <a:r>
              <a:rPr lang="en-US" sz="1800" kern="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Ram Charan – 2520030318</a:t>
            </a:r>
          </a:p>
          <a:p>
            <a:r>
              <a:rPr lang="en-US" sz="1800" kern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T</a:t>
            </a:r>
            <a:r>
              <a:rPr lang="en-US" sz="1800" kern="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ejas – 2520030407</a:t>
            </a:r>
          </a:p>
          <a:p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C3120-1742-2A29-F737-B58E8E9E846C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0A674-10A2-43E7-B871-6518019521FA}"/>
              </a:ext>
            </a:extLst>
          </p:cNvPr>
          <p:cNvSpPr txBox="1"/>
          <p:nvPr/>
        </p:nvSpPr>
        <p:spPr>
          <a:xfrm>
            <a:off x="2864499" y="2220686"/>
            <a:ext cx="84721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Document Similarity Analyzer</a:t>
            </a:r>
            <a:r>
              <a:rPr lang="en-IN" dirty="0"/>
              <a:t> is a system developed to compare multiple text documents and identify duplicate or highly similar content. The system uses </a:t>
            </a:r>
            <a:r>
              <a:rPr lang="en-IN" b="1" dirty="0"/>
              <a:t>suffix structures such as Suffix Arrays or Suffix Trees</a:t>
            </a:r>
            <a:r>
              <a:rPr lang="en-IN" dirty="0"/>
              <a:t> to efficiently identify common substrings and matching patterns.</a:t>
            </a:r>
          </a:p>
          <a:p>
            <a:pPr algn="just"/>
            <a:r>
              <a:rPr lang="en-IN" dirty="0"/>
              <a:t>After finding common patterns, similarity metrics are used to calculate a </a:t>
            </a:r>
            <a:r>
              <a:rPr lang="en-IN" b="1" dirty="0"/>
              <a:t>similarity score</a:t>
            </a:r>
            <a:r>
              <a:rPr lang="en-IN" dirty="0"/>
              <a:t> between documents. Based on these scores, documents are ranked from most similar to least similar.</a:t>
            </a:r>
          </a:p>
          <a:p>
            <a:pPr algn="just"/>
            <a:r>
              <a:rPr lang="en-IN" dirty="0"/>
              <a:t>The system is designed to handle multiple documents efficiently and can be used in applications such as </a:t>
            </a:r>
            <a:r>
              <a:rPr lang="en-IN" b="1" dirty="0"/>
              <a:t>plagiarism detection, duplicate document identification, and document clustering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02479-F0E4-D722-A4E4-D5613F80441D}"/>
              </a:ext>
            </a:extLst>
          </p:cNvPr>
          <p:cNvSpPr txBox="1"/>
          <p:nvPr/>
        </p:nvSpPr>
        <p:spPr>
          <a:xfrm>
            <a:off x="3222924" y="2034073"/>
            <a:ext cx="80297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Large organizations and educational institutions deal with a large number of text documents.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Manually comparing documents is time-consuming and inefficient.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Traditional character-by-character comparison becomes expensive for large documents.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Our system uses </a:t>
            </a:r>
            <a:r>
              <a:rPr lang="en-IN" b="1" dirty="0"/>
              <a:t>suffix-based data structures</a:t>
            </a:r>
            <a:r>
              <a:rPr lang="en-IN" dirty="0"/>
              <a:t> for faster pattern matching.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Common substrings between documents are identified.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Similarity metrics convert the matching information into a numerical score.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Documents are then ranked according to their similarity. </a:t>
            </a:r>
          </a:p>
          <a:p>
            <a:pPr lvl="0" algn="just"/>
            <a:endParaRPr lang="en-IN" dirty="0"/>
          </a:p>
          <a:p>
            <a:r>
              <a:rPr lang="en-IN" b="1" dirty="0"/>
              <a:t>    Main idea:</a:t>
            </a:r>
            <a:br>
              <a:rPr lang="en-IN" dirty="0"/>
            </a:br>
            <a:r>
              <a:rPr lang="en-IN" dirty="0"/>
              <a:t>    </a:t>
            </a:r>
            <a:r>
              <a:rPr lang="en-IN" b="1" dirty="0"/>
              <a:t>Input Documents → Pattern Matching → Similarity Calculation → Ranking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4975F-7717-5024-F3CC-ED5DFC6214BA}"/>
              </a:ext>
            </a:extLst>
          </p:cNvPr>
          <p:cNvSpPr txBox="1"/>
          <p:nvPr/>
        </p:nvSpPr>
        <p:spPr>
          <a:xfrm>
            <a:off x="3051111" y="1327386"/>
            <a:ext cx="893872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1. String Matching Algorithms</a:t>
            </a:r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Used to find patterns within 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Examples include Naive String Matching and KMP.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Useful for smaller pattern-search problems. </a:t>
            </a:r>
          </a:p>
          <a:p>
            <a:pPr algn="just"/>
            <a:r>
              <a:rPr lang="en-IN" b="1" dirty="0"/>
              <a:t>2. Suffix Trees</a:t>
            </a:r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Represent all suffixes of a string in a tree structure.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Allow efficient substring searching.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Require additional memory for large datasets. </a:t>
            </a:r>
          </a:p>
          <a:p>
            <a:pPr algn="just"/>
            <a:r>
              <a:rPr lang="en-IN" b="1" dirty="0"/>
              <a:t>3. Suffix Arrays</a:t>
            </a:r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Store sorted suffix positions of a 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Provide efficient pattern searching with comparatively lower memory usage than suffix trees. </a:t>
            </a:r>
          </a:p>
          <a:p>
            <a:pPr algn="just"/>
            <a:r>
              <a:rPr lang="en-IN" b="1" dirty="0"/>
              <a:t>4. Similarity Metrics</a:t>
            </a:r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Compare documents based on common content.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Metrics can produce a score representing the degree of similarity. </a:t>
            </a:r>
          </a:p>
          <a:p>
            <a:pPr algn="just"/>
            <a:r>
              <a:rPr lang="en-IN" b="1" dirty="0"/>
              <a:t>Proposed Approach</a:t>
            </a:r>
            <a:endParaRPr lang="en-IN" dirty="0"/>
          </a:p>
          <a:p>
            <a:pPr lvl="0" algn="just"/>
            <a:r>
              <a:rPr lang="en-IN" dirty="0"/>
              <a:t>Combine suffix-based structures with similarity scoring. </a:t>
            </a:r>
          </a:p>
          <a:p>
            <a:pPr lvl="0" algn="just"/>
            <a:r>
              <a:rPr lang="en-IN" dirty="0"/>
              <a:t>Process multiple documents and rank them according to similarity.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9F669-3AC2-8AD7-FDB1-9E777B68AEC1}"/>
              </a:ext>
            </a:extLst>
          </p:cNvPr>
          <p:cNvSpPr txBox="1"/>
          <p:nvPr/>
        </p:nvSpPr>
        <p:spPr>
          <a:xfrm>
            <a:off x="3354215" y="1884784"/>
            <a:ext cx="77164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Statement:</a:t>
            </a:r>
            <a:endParaRPr lang="en-IN" dirty="0"/>
          </a:p>
          <a:p>
            <a:pPr algn="just"/>
            <a:r>
              <a:rPr lang="en-IN" dirty="0"/>
              <a:t>Traditional document comparison methods can become inefficient when comparing large numbers of large text documents. There is a need for an efficient system that can detect common substrings, calculate similarity scores, and identify highly similar or duplicate documents.</a:t>
            </a:r>
          </a:p>
          <a:p>
            <a:pPr algn="just"/>
            <a:endParaRPr lang="en-IN" dirty="0"/>
          </a:p>
          <a:p>
            <a:r>
              <a:rPr lang="en-IN" b="1" dirty="0"/>
              <a:t>Objectives: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compare multiple text documents efficiently.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identify common substrings and matching patterns.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implement suffix-based data structures.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calculate similarity scores between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rank documents based on their similarity.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identify possible duplicate or plagiarized content.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reduce the time required for large-scale document comparison.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FB7AA-645A-E26C-0F5C-66EB8BBCEED7}"/>
              </a:ext>
            </a:extLst>
          </p:cNvPr>
          <p:cNvSpPr txBox="1"/>
          <p:nvPr/>
        </p:nvSpPr>
        <p:spPr>
          <a:xfrm>
            <a:off x="4640581" y="942391"/>
            <a:ext cx="874325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r>
              <a:rPr lang="en-IN" sz="1600" b="1" dirty="0"/>
              <a:t>Start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Upload / Input Multiple Documents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Preprocess Text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i="1" dirty="0"/>
              <a:t>Remove unnecessary characters</a:t>
            </a:r>
            <a:br>
              <a:rPr lang="en-IN" sz="1600" dirty="0"/>
            </a:br>
            <a:r>
              <a:rPr lang="en-IN" sz="1600" i="1" dirty="0"/>
              <a:t>Convert text to a standard format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Build Suffix Structure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Find Common Substrings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Calculate Similarity Score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Compare All Documents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Rank Documents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Display Similarity Results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b="1" dirty="0"/>
              <a:t>End</a:t>
            </a:r>
            <a:endParaRPr lang="en-IN" sz="1600" dirty="0"/>
          </a:p>
          <a:p>
            <a:endParaRPr lang="en-I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01F99C-8491-B317-7CAA-2ED71EAA2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105346"/>
              </p:ext>
            </p:extLst>
          </p:nvPr>
        </p:nvGraphicFramePr>
        <p:xfrm>
          <a:off x="2189480" y="2861945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863227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59916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00512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Similarity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848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1 – Document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92%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Similar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535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Document 1 – Document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Moderately Similar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04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2 – Document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 Similarity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82161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B38D59C-556B-1712-5FB6-6EBD99BAB9BC}"/>
              </a:ext>
            </a:extLst>
          </p:cNvPr>
          <p:cNvSpPr txBox="1"/>
          <p:nvPr/>
        </p:nvSpPr>
        <p:spPr>
          <a:xfrm>
            <a:off x="3241040" y="980440"/>
            <a:ext cx="8173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Results of the Document Similarity Analyzer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system successfully compares multiple text documents.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Common substrings and matching patterns are identified using suffix-based data structures.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A similarity score is calculated for each pair of documents.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Documents are ranked from highest to lowest similarity.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77FA9-725B-77EF-F39B-BCAA772ADC8E}"/>
              </a:ext>
            </a:extLst>
          </p:cNvPr>
          <p:cNvSpPr txBox="1"/>
          <p:nvPr/>
        </p:nvSpPr>
        <p:spPr>
          <a:xfrm>
            <a:off x="1625600" y="4724400"/>
            <a:ext cx="1010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The </a:t>
            </a:r>
            <a:r>
              <a:rPr lang="en-IN" dirty="0" err="1"/>
              <a:t>analyzer</a:t>
            </a:r>
            <a:r>
              <a:rPr lang="en-IN" dirty="0"/>
              <a:t> provides an efficient way to detect duplicate and highly similar documents by combining suffix structures, pattern matching, and similarity scoring.</a:t>
            </a:r>
          </a:p>
          <a:p>
            <a:r>
              <a:rPr lang="en-IN" b="1" i="1" dirty="0"/>
              <a:t>Note: </a:t>
            </a:r>
            <a:r>
              <a:rPr lang="en-IN" i="1" dirty="0"/>
              <a:t>The percentages above are sample results for the PPT. Replace them with your actual program output after implementation.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75428-9BB2-E392-4E0D-7399F166D08E}"/>
              </a:ext>
            </a:extLst>
          </p:cNvPr>
          <p:cNvSpPr txBox="1"/>
          <p:nvPr/>
        </p:nvSpPr>
        <p:spPr>
          <a:xfrm>
            <a:off x="3159760" y="1727200"/>
            <a:ext cx="889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Hardware Requirements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Computer/Laptop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Minimum 4 GB RAM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Dual-core processor or better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Minimum 1 GB free storage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Keyboard and monitor </a:t>
            </a:r>
          </a:p>
          <a:p>
            <a:r>
              <a:rPr lang="en-IN" b="1" dirty="0"/>
              <a:t>Software Requirements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Programming Language: Java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IDE: IntelliJ IDEA / Eclipse / VS Code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Operating System: Windows / Linux / macOS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Structures: Suffix Array / Suffix Tree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Libraries: Java standard libraries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Input: TXT documents </a:t>
            </a:r>
          </a:p>
          <a:p>
            <a:r>
              <a:rPr lang="en-IN" b="1" dirty="0"/>
              <a:t>Recommended:</a:t>
            </a:r>
            <a:r>
              <a:rPr lang="en-IN" dirty="0"/>
              <a:t> Java is suitable for this DSA project because the project focuses heavily on implementing and demonstrating data structures and algorithms.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FA96F-863A-0333-C29A-8A65F1E540EB}"/>
              </a:ext>
            </a:extLst>
          </p:cNvPr>
          <p:cNvSpPr txBox="1"/>
          <p:nvPr/>
        </p:nvSpPr>
        <p:spPr>
          <a:xfrm>
            <a:off x="3169920" y="2245359"/>
            <a:ext cx="8178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The Document Similarity Analyzer provides an efficient method for comparing large text documents. By using suffix-based data structures, the system can identify common substrings and matching patterns efficiently.</a:t>
            </a:r>
          </a:p>
          <a:p>
            <a:pPr algn="just"/>
            <a:r>
              <a:rPr lang="en-IN" dirty="0"/>
              <a:t>Similarity metrics are then used to calculate scores and rank documents. The system can help identify duplicate and highly similar documents, making it useful for plagiarism detection and document clustering.</a:t>
            </a:r>
          </a:p>
          <a:p>
            <a:pPr algn="just"/>
            <a:r>
              <a:rPr lang="en-IN" dirty="0"/>
              <a:t>Overall, the project demonstrates the practical application of advanced data structures, string processing, pattern matching, and similarity analysis.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760DBE-EB22-5495-1129-C9E2D177F5D8}"/>
              </a:ext>
            </a:extLst>
          </p:cNvPr>
          <p:cNvSpPr txBox="1"/>
          <p:nvPr/>
        </p:nvSpPr>
        <p:spPr>
          <a:xfrm>
            <a:off x="3078480" y="1859339"/>
            <a:ext cx="761086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Future improvements can include: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Web-based application for easy document uploading.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 for PDF, DOCX, and other file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Processing of much larger document collections.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Improved similarity algorithms for better accuracy.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Highlighting the exact matching portions of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Adding semantic similarity to detect meaning-based similarities.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Database integration for storing and retrieving previous comparison results.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AI/NLP techniques for advanced plagiarism detection.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Parallel processing to compare many documents faster.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944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Document Similarity Analyzer Using Suffix Structures and Similarity Metrics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Harsha charan Reddy</cp:lastModifiedBy>
  <cp:revision>20</cp:revision>
  <dcterms:created xsi:type="dcterms:W3CDTF">2024-08-29T05:25:00Z</dcterms:created>
  <dcterms:modified xsi:type="dcterms:W3CDTF">2026-08-20T09:26:20Z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